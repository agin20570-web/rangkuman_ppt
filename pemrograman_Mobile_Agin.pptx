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731520"/>
            <a:ext cx="4572000" cy="4572000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89611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RANGKUMAN PEMROGRAMAN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DD4BF"/>
                </a:solidFill>
              </a:defRPr>
            </a:pPr>
            <a:r>
              <a:t>Pemrograman Mobile Android dengan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8961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Rangkuman Bab 1–6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Agin Dinata  |  NIM 2302126  |  Kelas 23S04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Sumber utama: modul Pemrograman Mobile Android dengan Java, Erma Susanti (Desember 2020)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2636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PROGRAM STUDI SISTEM INFORMASI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F3E"/>
                </a:solidFill>
                <a:latin typeface="Aptos Display"/>
              </a:defRPr>
            </a:pPr>
            <a:r>
              <a:t>Gambaran Umum Materi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63EB"/>
                </a:solidFill>
              </a:defRPr>
            </a:pPr>
            <a:r>
              <a:t>RANGKUMAN MATERI PEMROGRAMAN MOBILE ANDROID</a:t>
            </a:r>
          </a:p>
        </p:txBody>
      </p:sp>
      <p:sp>
        <p:nvSpPr>
          <p:cNvPr id="6" name="Oval 5"/>
          <p:cNvSpPr/>
          <p:nvPr/>
        </p:nvSpPr>
        <p:spPr>
          <a:xfrm>
            <a:off x="804672" y="1856231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37360"/>
            <a:ext cx="10149840" cy="6172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Bab 1 — Pengenalan Android dan lingkungan pengembangan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619756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500884"/>
            <a:ext cx="10149840" cy="6172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Bab 2 — Komponen dasar: Activity, Intent, dan Fragment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383279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264408"/>
            <a:ext cx="10149840" cy="6172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Bab 3 — Antarmuka dan pengalaman pengguna (UI/UX)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4146803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027931"/>
            <a:ext cx="10149840" cy="6172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Bab 4 — Background Task, AlarmManager, JobScheduler, dan notifikasi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910328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791456"/>
            <a:ext cx="10149840" cy="6172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Bab 5 — Penyimpanan data internal dan eksternal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5673851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5554979"/>
            <a:ext cx="10149840" cy="6172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Bab 6 — Firebase Realtime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AGIN DINATA  •  2302126  •  23S04                                      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F3E"/>
                </a:solidFill>
                <a:latin typeface="Aptos Display"/>
              </a:defRPr>
            </a:pPr>
            <a:r>
              <a:t>Bab 1 — Pengenalan Android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63EB"/>
                </a:solidFill>
              </a:defRPr>
            </a:pPr>
            <a:r>
              <a:t>RANGKUMAN MATERI PEMROGRAMAN MOBILE ANDROID</a:t>
            </a:r>
          </a:p>
        </p:txBody>
      </p:sp>
      <p:sp>
        <p:nvSpPr>
          <p:cNvPr id="6" name="Oval 5"/>
          <p:cNvSpPr/>
          <p:nvPr/>
        </p:nvSpPr>
        <p:spPr>
          <a:xfrm>
            <a:off x="804672" y="1856231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37360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Android adalah sistem operasi mobile berbasis kernel Linux dan bersifat open source.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843784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724912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Interaksi pengguna meliputi tap, swipe, dan pinch; perangkat juga dapat memanfaatkan sensor serta konektivitas.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83133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712464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Android digunakan pada beragam perangkat seperti telepon, tablet, TV, mobil, dan perangkat wearable.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481888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00016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Ekosistem pengembangan menyediakan emulator, debugging, dan profiling memori.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AGIN DINATA  •  2302126  •  23S04                                      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F3E"/>
                </a:solidFill>
                <a:latin typeface="Aptos Display"/>
              </a:defRPr>
            </a:pPr>
            <a:r>
              <a:t>Bab 1 — Arsitektur dan Perangkat Pengembangan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63EB"/>
                </a:solidFill>
              </a:defRPr>
            </a:pPr>
            <a:r>
              <a:t>RANGKUMAN MATERI PEMROGRAMAN MOBILE ANDROID</a:t>
            </a:r>
          </a:p>
        </p:txBody>
      </p:sp>
      <p:sp>
        <p:nvSpPr>
          <p:cNvPr id="6" name="Oval 5"/>
          <p:cNvSpPr/>
          <p:nvPr/>
        </p:nvSpPr>
        <p:spPr>
          <a:xfrm>
            <a:off x="804672" y="1856231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37360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Lapisan Android: Linux Kernel, Hardware Abstraction Layer (HAL), Android Runtime, pustaka C/C++, Java API Framework, dan System Apps.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843784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724912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Komponen pengembangan yang dibahas: JDK, Android Studio, dan Android SDK.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831336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712464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Android Studio adalah IDE untuk membuat aplikasi; SDK membantu proses pengembangan, pengujian, dan debugging.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4818888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00016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Modul menyebut versi Android hingga Android 11 (API level 30), sesuai konteks materi tahun 2020.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AGIN DINATA  •  2302126  •  23S04                                      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F3E"/>
                </a:solidFill>
                <a:latin typeface="Aptos Display"/>
              </a:defRPr>
            </a:pPr>
            <a:r>
              <a:t>Bab 2 — Komponen Dasar Aplikasi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63EB"/>
                </a:solidFill>
              </a:defRPr>
            </a:pPr>
            <a:r>
              <a:t>RANGKUMAN MATERI PEMROGRAMAN MOBILE ANDROID</a:t>
            </a:r>
          </a:p>
        </p:txBody>
      </p:sp>
      <p:sp>
        <p:nvSpPr>
          <p:cNvPr id="6" name="Oval 5"/>
          <p:cNvSpPr/>
          <p:nvPr/>
        </p:nvSpPr>
        <p:spPr>
          <a:xfrm>
            <a:off x="804672" y="1856231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37360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Activity menampilkan layar antarmuka dan menangani interaksi pengguna.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843784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724912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Intent digunakan untuk menghubungkan komponen atau menjalankan aksi; materi membahas explicit dan implicit intent.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83133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712464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Fragment adalah bagian antarmuka yang dapat ditempatkan dalam Activity.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481888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00016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Data dapat dikirim dan diterima antar-Activity melalui mekanisme intent.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AGIN DINATA  •  2302126  •  23S04                                      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F3E"/>
                </a:solidFill>
                <a:latin typeface="Aptos Display"/>
              </a:defRPr>
            </a:pPr>
            <a:r>
              <a:t>Bab 2 — Activity Life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63EB"/>
                </a:solidFill>
              </a:defRPr>
            </a:pPr>
            <a:r>
              <a:t>RANGKUMAN MATERI PEMROGRAMAN MOBILE ANDROID</a:t>
            </a:r>
          </a:p>
        </p:txBody>
      </p:sp>
      <p:sp>
        <p:nvSpPr>
          <p:cNvPr id="6" name="Oval 5"/>
          <p:cNvSpPr/>
          <p:nvPr/>
        </p:nvSpPr>
        <p:spPr>
          <a:xfrm>
            <a:off x="804672" y="1856231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37360"/>
            <a:ext cx="10149840" cy="6172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onCreate(): menyiapkan Activity saat pertama dibuat.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619756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500884"/>
            <a:ext cx="10149840" cy="6172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onStart(): Activity mulai terlihat oleh pengguna.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383279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264408"/>
            <a:ext cx="10149840" cy="6172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onResume(): Activity berada di foreground dan siap berinteraksi.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4146803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027931"/>
            <a:ext cx="10149840" cy="6172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onPause() dan onStop(): menangani kondisi ketika Activity kehilangan fokus atau tidak terlihat.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910328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791456"/>
            <a:ext cx="10149840" cy="6172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onRestart(): dipanggil saat Activity yang berhenti akan dimulai kembali.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5673851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5554979"/>
            <a:ext cx="10149840" cy="6172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onDestroy(): tahap akhir ketika Activity dihancurkan.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AGIN DINATA  •  2302126  •  23S04                                      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F3E"/>
                </a:solidFill>
                <a:latin typeface="Aptos Display"/>
              </a:defRPr>
            </a:pPr>
            <a:r>
              <a:t>Bab 3 — Konsep UI/UX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63EB"/>
                </a:solidFill>
              </a:defRPr>
            </a:pPr>
            <a:r>
              <a:t>RANGKUMAN MATERI PEMROGRAMAN MOBILE ANDROID</a:t>
            </a:r>
          </a:p>
        </p:txBody>
      </p:sp>
      <p:sp>
        <p:nvSpPr>
          <p:cNvPr id="6" name="Oval 5"/>
          <p:cNvSpPr/>
          <p:nvPr/>
        </p:nvSpPr>
        <p:spPr>
          <a:xfrm>
            <a:off x="804672" y="1856231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37360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UI (User Interface) adalah antarmuka yang dilihat dan digunakan pengguna.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772460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653588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UX (User Experience) berkaitan dengan pengalaman pengguna saat memakai aplikasi.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688689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569817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View adalah elemen tampilan, misalnya TextView, Button, EditText, CheckBox, dan ImageView.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460491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486046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ViewGroup menampung View, misalnya LinearLayout, RelativeLayout, dan GridLayout.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5521147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5402275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Style dan Theme membantu menjaga konsistensi tampilan; localization menyesuaikan konten dengan bahasa pengguna.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AGIN DINATA  •  2302126  •  23S04                                      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F3E"/>
                </a:solidFill>
                <a:latin typeface="Aptos Display"/>
              </a:defRPr>
            </a:pPr>
            <a:r>
              <a:t>Bab 3 — Interaksi dan Daftar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63EB"/>
                </a:solidFill>
              </a:defRPr>
            </a:pPr>
            <a:r>
              <a:t>RANGKUMAN MATERI PEMROGRAMAN MOBILE ANDROID</a:t>
            </a:r>
          </a:p>
        </p:txBody>
      </p:sp>
      <p:sp>
        <p:nvSpPr>
          <p:cNvPr id="6" name="Oval 5"/>
          <p:cNvSpPr/>
          <p:nvPr/>
        </p:nvSpPr>
        <p:spPr>
          <a:xfrm>
            <a:off x="804672" y="1856231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37360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Interaksi dapat terjadi melalui klik, pengetikan, gesture, dan suara.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772460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653588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Kontrol input yang dibahas meliputi EditText, SeekBar, CheckBox, RadioButton, Switch, dan Spinner.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688689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569817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Komponen navigasi meliputi back navigation, hierarchical navigation, dan navigation drawer.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4604918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486046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Toast menampilkan pesan singkat; dialog dan picker membantu pengguna memilih atau mengonfirmasi.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5521147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5402275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RecyclerView menampilkan kumpulan data secara fleksibel dan efisien dibandingkan ListView.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AGIN DINATA  •  2302126  •  23S04                                      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F3E"/>
                </a:solidFill>
                <a:latin typeface="Aptos Display"/>
              </a:defRPr>
            </a:pPr>
            <a:r>
              <a:t>Bab 4 — Background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63EB"/>
                </a:solidFill>
              </a:defRPr>
            </a:pPr>
            <a:r>
              <a:t>RANGKUMAN MATERI PEMROGRAMAN MOBILE ANDROID</a:t>
            </a:r>
          </a:p>
        </p:txBody>
      </p:sp>
      <p:sp>
        <p:nvSpPr>
          <p:cNvPr id="6" name="Oval 5"/>
          <p:cNvSpPr/>
          <p:nvPr/>
        </p:nvSpPr>
        <p:spPr>
          <a:xfrm>
            <a:off x="804672" y="1856231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37360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Background task adalah pekerjaan yang dijalankan di luar interaksi utama pada layar aplikasi.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843784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724912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AlarmManager menjadwalkan aksi berdasarkan waktu atau interval tertentu, termasuk saat aplikasi tidak sedang terbuka.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83133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712464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AlarmManager cocok untuk alarm atau pengingat lokal yang memerlukan waktu tertentu.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481888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00016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Jadwal AlarmManager dapat hilang setelah perangkat reboot; materi menyarankan penggunaannya secara hemat.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AGIN DINATA  •  2302126  •  23S04                                      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F3E"/>
                </a:solidFill>
                <a:latin typeface="Aptos Display"/>
              </a:defRPr>
            </a:pPr>
            <a:r>
              <a:t>Bab 4 — JobScheduler dan Notifikasi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63EB"/>
                </a:solidFill>
              </a:defRPr>
            </a:pPr>
            <a:r>
              <a:t>RANGKUMAN MATERI PEMROGRAMAN MOBILE ANDROID</a:t>
            </a:r>
          </a:p>
        </p:txBody>
      </p:sp>
      <p:sp>
        <p:nvSpPr>
          <p:cNvPr id="6" name="Oval 5"/>
          <p:cNvSpPr/>
          <p:nvPr/>
        </p:nvSpPr>
        <p:spPr>
          <a:xfrm>
            <a:off x="804672" y="1856231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37360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JobScheduler menjalankan pekerjaan berdasarkan kondisi yang ditentukan melalui JobInfo.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843784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724912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JobScheduler lebih fleksibel untuk tugas bersyarat dan membantu menghemat baterai; pada modul, fitur ini tersedia mulai API 21.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831336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712464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Notifikasi menyampaikan informasi di luar antarmuka utama aplikasi.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4818888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00016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Pengguna dapat melihat detail notifikasi melalui notification drawer; aplikasi juga dapat menyediakan aksi untuk memperbarui atau membatalkannya.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AGIN DINATA  •  2302126  •  23S04                                      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F3E"/>
                </a:solidFill>
                <a:latin typeface="Aptos Display"/>
              </a:defRPr>
            </a:pPr>
            <a:r>
              <a:t>Bab 5 — Pilihan Penyimpanan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63EB"/>
                </a:solidFill>
              </a:defRPr>
            </a:pPr>
            <a:r>
              <a:t>RANGKUMAN MATERI PEMROGRAMAN MOBILE ANDROID</a:t>
            </a:r>
          </a:p>
        </p:txBody>
      </p:sp>
      <p:sp>
        <p:nvSpPr>
          <p:cNvPr id="6" name="Oval 5"/>
          <p:cNvSpPr/>
          <p:nvPr/>
        </p:nvSpPr>
        <p:spPr>
          <a:xfrm>
            <a:off x="804672" y="1856231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37360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Shared Preferences: data primitif privat dalam pasangan key-value.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772460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653588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Internal Storage: file privat aplikasi yang berada pada memori perangkat.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688689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569817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External Storage: penyimpanan untuk file yang dapat diakses lebih luas; ketersediaan dan izin perlu diperhatikan.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460491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486046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SQLite Database: penyimpanan data terstruktur dalam basis data lokal.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5521147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5402275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Content Provider: mekanisme untuk mengelola dan berbagi data antar-komponen atau aplikasi.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AGIN DINATA  •  2302126  •  23S04                                      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F3E"/>
                </a:solidFill>
                <a:latin typeface="Aptos Display"/>
              </a:defRPr>
            </a:pPr>
            <a:r>
              <a:t>Bab 5 — Shared Preferences dan SQLite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63EB"/>
                </a:solidFill>
              </a:defRPr>
            </a:pPr>
            <a:r>
              <a:t>RANGKUMAN MATERI PEMROGRAMAN MOBILE ANDROID</a:t>
            </a:r>
          </a:p>
        </p:txBody>
      </p:sp>
      <p:sp>
        <p:nvSpPr>
          <p:cNvPr id="6" name="Oval 5"/>
          <p:cNvSpPr/>
          <p:nvPr/>
        </p:nvSpPr>
        <p:spPr>
          <a:xfrm>
            <a:off x="804672" y="1856231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37360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Shared Preferences cocok untuk data sederhana seperti teks, angka, Boolean, atau pengaturan pengguna.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772460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653588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Data disimpan dalam pasangan key-value dan dapat tetap tersedia setelah aplikasi ditutup.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688689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569817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Editor digunakan untuk menulis data; apply() atau commit() menerapkan perubahan.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4604918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486046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Data dibaca menggunakan metode sesuai tipe, misalnya getString() atau getInt(), dengan nilai default.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5521147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5402275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SQLite lebih sesuai untuk data terstruktur yang membutuhkan pengelolaan berbentuk basis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AGIN DINATA  •  2302126  •  23S04                                      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F3E"/>
                </a:solidFill>
                <a:latin typeface="Aptos Display"/>
              </a:defRPr>
            </a:pPr>
            <a:r>
              <a:t>Bab 6 — Firebase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63EB"/>
                </a:solidFill>
              </a:defRPr>
            </a:pPr>
            <a:r>
              <a:t>RANGKUMAN MATERI PEMROGRAMAN MOBILE ANDROID</a:t>
            </a:r>
          </a:p>
        </p:txBody>
      </p:sp>
      <p:sp>
        <p:nvSpPr>
          <p:cNvPr id="6" name="Oval 5"/>
          <p:cNvSpPr/>
          <p:nvPr/>
        </p:nvSpPr>
        <p:spPr>
          <a:xfrm>
            <a:off x="804672" y="1856231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37360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Firebase adalah layanan cloud yang dapat menyimpan dan menyinkronkan data aplikasi.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772460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653588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Firebase Realtime Database menyimpan data berbentuk JSON dan menyinkronkan perubahan antarklien secara realtime.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688689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569817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Modul membahas operasi CRUD: Create, Read, Update, dan Delete.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460491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486046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Integrasi Android memerlukan pendaftaran aplikasi di Firebase Console, file konfigurasi google-services.json, serta SDK/dependency.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5521147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5402275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Aturan akses database perlu diamankan; aturan baca/tulis terbuka untuk semua pengguna tidak disarankan untuk aplikasi nyata.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AGIN DINATA  •  2302126  •  23S04                                      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F3E"/>
                </a:solidFill>
                <a:latin typeface="Aptos Display"/>
              </a:defRPr>
            </a:pPr>
            <a:r>
              <a:t>Perbandingan Singkat Konsep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63EB"/>
                </a:solidFill>
              </a:defRPr>
            </a:pPr>
            <a:r>
              <a:t>RANGKUMAN MATERI PEMROGRAMAN MOBILE ANDROID</a:t>
            </a:r>
          </a:p>
        </p:txBody>
      </p:sp>
      <p:sp>
        <p:nvSpPr>
          <p:cNvPr id="6" name="Oval 5"/>
          <p:cNvSpPr/>
          <p:nvPr/>
        </p:nvSpPr>
        <p:spPr>
          <a:xfrm>
            <a:off x="804672" y="1856231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37360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Activity mengatur layar; Intent membantu perpindahan aksi/data; Fragment menyusun bagian antarmuka.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772460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653588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UI/UX berfokus pada tampilan, kemudahan interaksi, dan pengalaman pengguna.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688689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569817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AlarmManager berorientasi waktu; JobScheduler berorientasi pekerjaan dengan kondisi tertentu.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4604918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486046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Shared Preferences untuk data sederhana; internal/external storage untuk file; SQLite untuk basis data lokal.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5521147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5402275"/>
            <a:ext cx="10149840" cy="7699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Firebase digunakan ketika aplikasi membutuhkan penyimpanan cloud dan sinkronisasi data antarklien.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AGIN DINATA  •  2302126  •  23S04                                      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F3E"/>
                </a:solidFill>
                <a:latin typeface="Aptos Display"/>
              </a:defRPr>
            </a:pPr>
            <a:r>
              <a:t>Kesimpulan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63EB"/>
                </a:solidFill>
              </a:defRPr>
            </a:pPr>
            <a:r>
              <a:t>RANGKUMAN MATERI PEMROGRAMAN MOBILE ANDROID</a:t>
            </a:r>
          </a:p>
        </p:txBody>
      </p:sp>
      <p:sp>
        <p:nvSpPr>
          <p:cNvPr id="6" name="Oval 5"/>
          <p:cNvSpPr/>
          <p:nvPr/>
        </p:nvSpPr>
        <p:spPr>
          <a:xfrm>
            <a:off x="804672" y="1856231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37360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Pengembangan Android mencakup pemahaman platform, komponen aplikasi, UI/UX, tugas latar belakang, dan penyimpanan data.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843784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724912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Pemilihan komponen dan media penyimpanan perlu disesuaikan dengan kebutuhan aplikasi.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831336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712464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Firebase memperluas aplikasi agar dapat menyimpan dan menyinkronkan data melalui cloud.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481888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00016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Materi enam bab ini menjadi dasar untuk merancang aplikasi Android sederhana menggunakan Java.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AGIN DINATA  •  2302126  •  23S04                                      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1F3E"/>
                </a:solidFill>
                <a:latin typeface="Aptos Display"/>
              </a:defRPr>
            </a:pPr>
            <a:r>
              <a:t>Referensi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63EB"/>
                </a:solidFill>
              </a:defRPr>
            </a:pPr>
            <a:r>
              <a:t>RANGKUMAN MATERI PEMROGRAMAN MOBILE ANDROID</a:t>
            </a:r>
          </a:p>
        </p:txBody>
      </p:sp>
      <p:sp>
        <p:nvSpPr>
          <p:cNvPr id="6" name="Oval 5"/>
          <p:cNvSpPr/>
          <p:nvPr/>
        </p:nvSpPr>
        <p:spPr>
          <a:xfrm>
            <a:off x="804672" y="1856231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37360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Susanti, Erma. Pemrograman Mobile Android dengan Java. Desember 2020.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843784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724912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Bahan rangkuman: Ebook P Mobile Bab 1.pdf sampai Ebook P Mobile Bab 6.pdf yang diunggah pada tugas ini.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831336"/>
            <a:ext cx="146304" cy="146304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712464"/>
            <a:ext cx="10149840" cy="841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Catatan: ringkasan mengikuti cakupan modul yang diberikan; istilah dan contoh mengikuti konteks materi sumber.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AGIN DINATA  •  2302126  •  23S04                                      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